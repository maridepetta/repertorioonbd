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a81ba3d-e4c3-5002-188a-c9944e32c142}">
          <p14:sldIdLst>
            <p14:sldId id="256"/>
            <p14:sldId id="257"/>
          </p14:sldIdLst>
        </p14:section>
        <p14:section name="Conteúdo" id="{d8e3fca6-0c88-acc6-eaaa-65056281d777}">
          <p14:sldIdLst>
            <p14:sldId id="258"/>
            <p14:sldId id="259"/>
            <p14:sldId id="260"/>
            <p14:sldId id="261"/>
          </p14:sldIdLst>
        </p14:section>
        <p14:section name="Encerramento" id="{8878d14b-cf17-87d4-096f-1c5c5b9f82c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substitua título, subtítulo e data. Mantenha o quadrado laranja como marca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097280" cy="1097280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Título da apresentação</a:t>
            </a: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26A1B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F26A1B"/>
                </a:solidFill>
              </a:rPr>
              <a:t>Subtítulo · área · data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F26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rgbClr val="111111"/>
                </a:solidFill>
              </a:defRPr>
            </a:lvl1pPr>
          </a:lstStyle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Nome da seção</a:t>
            </a:r>
            <a:endParaRPr lang="en-US" sz="4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Título do slide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26A1B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F26A1B"/>
                </a:solidFill>
              </a:rPr>
              <a:t>Obrigado!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Contato · canal de dúvidas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834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Bem-vindo(a) ao time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6A1B"/>
                </a:solidFill>
              </a:rPr>
              <a:t>Onboarding · Semana 1 · AAAA-MM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O que vamos ver hoje</a:t>
            </a:r>
            <a:endParaRPr lang="en-US" sz="3600" dirty="0"/>
          </a:p>
        </p:txBody>
      </p:sp>
      <p:sp>
        <p:nvSpPr>
          <p:cNvPr id="3" name="card-01"/>
          <p:cNvSpPr/>
          <p:nvPr/>
        </p:nvSpPr>
        <p:spPr>
          <a:xfrm>
            <a:off x="548640" y="1737360"/>
            <a:ext cx="3474720" cy="3108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822960" cy="822960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Quem somos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História, missão e valores</a:t>
            </a:r>
            <a:endParaRPr lang="en-US" sz="1600" dirty="0"/>
          </a:p>
        </p:txBody>
      </p:sp>
      <p:sp>
        <p:nvSpPr>
          <p:cNvPr id="8" name="card-02"/>
          <p:cNvSpPr/>
          <p:nvPr/>
        </p:nvSpPr>
        <p:spPr>
          <a:xfrm>
            <a:off x="4297680" y="1737360"/>
            <a:ext cx="3474720" cy="3108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03120"/>
            <a:ext cx="822960" cy="822960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Como trabalhamos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Processos, rituais e ferramentas</a:t>
            </a:r>
            <a:endParaRPr lang="en-US" sz="1600" dirty="0"/>
          </a:p>
        </p:txBody>
      </p:sp>
      <p:sp>
        <p:nvSpPr>
          <p:cNvPr id="13" name="card-03"/>
          <p:cNvSpPr/>
          <p:nvPr/>
        </p:nvSpPr>
        <p:spPr>
          <a:xfrm>
            <a:off x="8046720" y="1737360"/>
            <a:ext cx="3474720" cy="3108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103120"/>
            <a:ext cx="822960" cy="822960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Seu primeiro mês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Metas, acompanhamento e contatos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Quem somos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Nossos valores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Cuidado com o paciente em primeiro lugar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Transparência nas decisões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Aprender rápido com os erros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Colaboração entre áreas</a:t>
            </a:r>
            <a:endParaRPr lang="en-US" sz="1800" dirty="0"/>
          </a:p>
        </p:txBody>
      </p:sp>
      <p:sp>
        <p:nvSpPr>
          <p:cNvPr id="4" name="destaque"/>
          <p:cNvSpPr/>
          <p:nvPr/>
        </p:nvSpPr>
        <p:spPr>
          <a:xfrm>
            <a:off x="6949440" y="1737360"/>
            <a:ext cx="4663440" cy="3931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210312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“Frase de impacto ou citação que resume a cultura do time.”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6A1B"/>
                </a:solidFill>
              </a:rPr>
              <a:t>— Nome, cargo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A empresa em números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6A1B"/>
                </a:solidFill>
              </a:rPr>
              <a:t>00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colaboradores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6A1B"/>
                </a:solidFill>
              </a:rPr>
              <a:t>00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unidades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2194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6A1B"/>
                </a:solidFill>
              </a:rPr>
              <a:t>00 mil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pacientes atendidos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Fonte: preencher com a origem dos dados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Seu primeiro mês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80924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F26A1B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Semana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Integração, acessos e apresentações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514600"/>
            <a:ext cx="457200" cy="457200"/>
          </a:xfrm>
          <a:prstGeom prst="ellipse">
            <a:avLst/>
          </a:prstGeom>
          <a:solidFill>
            <a:srgbClr val="F26A1B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Semana 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840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Acompanhamento com padrinho/madrinha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rgbClr val="F26A1B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Semana 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840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Primeiras entregas com apoio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0" y="2514600"/>
            <a:ext cx="457200" cy="457200"/>
          </a:xfrm>
          <a:prstGeom prst="ellipse">
            <a:avLst/>
          </a:prstGeom>
          <a:solidFill>
            <a:srgbClr val="F26A1B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Semana 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3840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Check-in de 30 dias com a liderança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6A1B"/>
                </a:solidFill>
              </a:rPr>
              <a:t>Dúvidas?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onboarding@empresa.com · canal #onboarding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boarding Laranja e Preto">
  <a:themeElements>
    <a:clrScheme name="Onboarding Laranja e Preto">
      <a:dk1>
        <a:srgbClr val="111111"/>
      </a:dk1>
      <a:lt1>
        <a:srgbClr val="FFFFFF"/>
      </a:lt1>
      <a:dk2>
        <a:srgbClr val="2B2B2B"/>
      </a:dk2>
      <a:lt2>
        <a:srgbClr val="F3F3F3"/>
      </a:lt2>
      <a:accent1>
        <a:srgbClr val="F26A1B"/>
      </a:accent1>
      <a:accent2>
        <a:srgbClr val="FF9A5C"/>
      </a:accent2>
      <a:accent3>
        <a:srgbClr val="B84A0C"/>
      </a:accent3>
      <a:accent4>
        <a:srgbClr val="5A5A5A"/>
      </a:accent4>
      <a:accent5>
        <a:srgbClr val="9A9A9A"/>
      </a:accent5>
      <a:accent6>
        <a:srgbClr val="FFD2B5"/>
      </a:accent6>
      <a:hlink>
        <a:srgbClr val="B84A0C"/>
      </a:hlink>
      <a:folHlink>
        <a:srgbClr val="5A5A5A"/>
      </a:folHlink>
    </a:clrScheme>
    <a:fontScheme name="Onboarding Laranja e Pret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Onboarding</dc:title>
  <dc:subject>PptxGenJS Presentation</dc:subject>
  <dc:creator>Time de Onboarding</dc:creator>
  <cp:lastModifiedBy>Time de Onboarding</cp:lastModifiedBy>
  <cp:revision>1</cp:revision>
  <dcterms:created xsi:type="dcterms:W3CDTF">2026-10-08T13:59:32Z</dcterms:created>
  <dcterms:modified xsi:type="dcterms:W3CDTF">2026-10-08T13:59:32Z</dcterms:modified>
</cp:coreProperties>
</file>